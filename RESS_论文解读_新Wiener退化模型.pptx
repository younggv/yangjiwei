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机械可靠性论文解读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论文标题：A new class of Wiener process models for degradation analysis</a:t>
            </a:r>
          </a:p>
          <a:p>
            <a:r>
              <a:t>期刊：Reliability Engineering &amp; System Safety (RESS)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研究背景与问题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很多机械/机电系统以‘性能退化到阈值’作为失效判据（如轴承振动、齿轮磨损、裂纹扩展）。</a:t>
            </a:r>
          </a:p>
          <a:p>
            <a:pPr>
              <a:defRPr sz="2200"/>
            </a:pPr>
            <a:r>
              <a:t>经典 Wiener 退化模型常把漂移（退化速率）与波动（不确定性）分开处理。</a:t>
            </a:r>
          </a:p>
          <a:p>
            <a:pPr>
              <a:defRPr sz="2200"/>
            </a:pPr>
            <a:r>
              <a:t>现实中常出现：退化更快的个体，波动也更大（速率与方差相关）。</a:t>
            </a:r>
          </a:p>
          <a:p>
            <a:pPr>
              <a:defRPr sz="2200"/>
            </a:pPr>
            <a:r>
              <a:t>论文核心问题：如何在 Wiener 框架下建模这种相关性，以提高可靠性评估精度。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论文目标与贡献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提出一类新的随机效应 Wiener 过程模型。</a:t>
            </a:r>
          </a:p>
          <a:p>
            <a:pPr>
              <a:defRPr sz="2200"/>
            </a:pPr>
            <a:r>
              <a:t>在模型中引入共享随机参数，使‘退化速率高 ↔ 波动大’可被同时刻画。</a:t>
            </a:r>
          </a:p>
          <a:p>
            <a:pPr>
              <a:defRPr sz="2200"/>
            </a:pPr>
            <a:r>
              <a:t>给出参数统计推断方法（EM 思想）用于含隐变量的估计。</a:t>
            </a:r>
          </a:p>
          <a:p>
            <a:pPr>
              <a:defRPr sz="2200"/>
            </a:pPr>
            <a:r>
              <a:t>拓展应力-加速关系：在加速试验下同时体现速率与波动随应力增强。</a:t>
            </a:r>
          </a:p>
          <a:p>
            <a:pPr>
              <a:defRPr sz="2200"/>
            </a:pPr>
            <a:r>
              <a:t>通过实际退化数据验证：较传统模型拟合与预测表现更优。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方法框架（建模思路）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退化量 X(t) 采用 Wiener 过程描述，失效定义为首次越过阈值。</a:t>
            </a:r>
          </a:p>
          <a:p>
            <a:pPr>
              <a:defRPr sz="2200"/>
            </a:pPr>
            <a:r>
              <a:t>新模型关键：引入个体随机效应参数，联合影响漂移项与扩散项。</a:t>
            </a:r>
          </a:p>
          <a:p>
            <a:pPr>
              <a:defRPr sz="2200"/>
            </a:pPr>
            <a:r>
              <a:t>因此可自然表达‘快退化个体更不稳定’的统计特征。</a:t>
            </a:r>
          </a:p>
          <a:p>
            <a:pPr>
              <a:defRPr sz="2200"/>
            </a:pPr>
            <a:r>
              <a:t>基于该过程可推导寿命分布及可靠度函数 R(t)。</a:t>
            </a:r>
          </a:p>
          <a:p>
            <a:pPr>
              <a:defRPr sz="2200"/>
            </a:pPr>
            <a:r>
              <a:t>再用历史退化轨迹进行参数学习，实现可靠性预测。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参数估计与计算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由于存在个体随机效应，直接极大似然求解困难。</a:t>
            </a:r>
          </a:p>
          <a:p>
            <a:pPr>
              <a:defRPr sz="2200"/>
            </a:pPr>
            <a:r>
              <a:t>论文采用 EM 类迭代：</a:t>
            </a:r>
          </a:p>
          <a:p>
            <a:pPr lvl="1">
              <a:defRPr sz="1800"/>
            </a:pPr>
            <a:r>
              <a:t>E 步：在当前参数下估计隐变量（随机效应）的条件统计量。</a:t>
            </a:r>
          </a:p>
          <a:p>
            <a:pPr lvl="1">
              <a:defRPr sz="1800"/>
            </a:pPr>
            <a:r>
              <a:t>M 步：更新模型参数，使期望对数似然增大。</a:t>
            </a:r>
          </a:p>
          <a:p>
            <a:pPr>
              <a:defRPr sz="2200"/>
            </a:pPr>
            <a:r>
              <a:t>迭代至收敛后得到参数估计，并用于可靠度/寿命分布计算。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实验与验证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论文使用退化数据案例进行对比（包含机械相关退化场景）。</a:t>
            </a:r>
          </a:p>
          <a:p>
            <a:pPr>
              <a:defRPr sz="2200"/>
            </a:pPr>
            <a:r>
              <a:t>与忽略‘漂移-波动相关性’的传统 Wiener 变体比较。</a:t>
            </a:r>
          </a:p>
          <a:p>
            <a:pPr>
              <a:defRPr sz="2200"/>
            </a:pPr>
            <a:r>
              <a:t>评价重点：</a:t>
            </a:r>
          </a:p>
          <a:p>
            <a:pPr lvl="1">
              <a:defRPr sz="1800"/>
            </a:pPr>
            <a:r>
              <a:t>退化轨迹拟合质量；</a:t>
            </a:r>
          </a:p>
          <a:p>
            <a:pPr lvl="1">
              <a:defRPr sz="1800"/>
            </a:pPr>
            <a:r>
              <a:t>寿命分布/可靠度预测准确性；</a:t>
            </a:r>
          </a:p>
          <a:p>
            <a:pPr lvl="1">
              <a:defRPr sz="1800"/>
            </a:pPr>
            <a:r>
              <a:t>模型对个体差异的解释能力。</a:t>
            </a:r>
          </a:p>
          <a:p>
            <a:pPr>
              <a:defRPr sz="2200"/>
            </a:pPr>
            <a:r>
              <a:t>结果显示：新模型在关键指标上更稳健，可靠性估计偏差更小。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对机械可靠性设计的启发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建模时应关注‘退化速度与离散性耦合’，避免低估风险尾部。</a:t>
            </a:r>
          </a:p>
          <a:p>
            <a:pPr>
              <a:defRPr sz="2200"/>
            </a:pPr>
            <a:r>
              <a:t>在小样本或个体差异明显场景，随机效应模型价值更高。</a:t>
            </a:r>
          </a:p>
          <a:p>
            <a:pPr>
              <a:defRPr sz="2200"/>
            </a:pPr>
            <a:r>
              <a:t>可用于：寿命预测、预防性维护阈值设计、备件与检修策略优化。</a:t>
            </a:r>
          </a:p>
          <a:p>
            <a:pPr>
              <a:defRPr sz="2200"/>
            </a:pPr>
            <a:r>
              <a:t>在加速试验设计中，应同步关注速率与波动对应力的响应。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局限与可扩展方向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模型仍依赖过程假设（如 Wiener 形式、阈值失效假设）。</a:t>
            </a:r>
          </a:p>
          <a:p>
            <a:pPr>
              <a:defRPr sz="2200"/>
            </a:pPr>
            <a:r>
              <a:t>若系统存在多阶段突变/冲击退化，可考虑分段或混合过程扩展。</a:t>
            </a:r>
          </a:p>
          <a:p>
            <a:pPr>
              <a:defRPr sz="2200"/>
            </a:pPr>
            <a:r>
              <a:t>可与数据驱动健康指标（深度学习特征）结合，提升工程适配性。</a:t>
            </a:r>
          </a:p>
          <a:p>
            <a:pPr>
              <a:defRPr sz="2200"/>
            </a:pPr>
            <a:r>
              <a:t>未来可扩展到多部件耦合退化与系统级可靠性。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汇报结论（可直接口播）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本文核心贡献是：在 Wiener 退化模型中显式引入‘速率-波动相关性’。</a:t>
            </a:r>
          </a:p>
          <a:p>
            <a:pPr>
              <a:defRPr sz="2200"/>
            </a:pPr>
            <a:r>
              <a:t>该改进更符合机械退化实际机理，提升了可靠性预测可信度。</a:t>
            </a:r>
          </a:p>
          <a:p>
            <a:pPr>
              <a:defRPr sz="2200"/>
            </a:pPr>
            <a:r>
              <a:t>对机械可靠性设计而言，建议采用能反映个体差异与不确定性耦合的模型。</a:t>
            </a:r>
          </a:p>
          <a:p>
            <a:pPr>
              <a:defRPr sz="2200"/>
            </a:pPr>
            <a:r>
              <a:t>这对维护决策和全寿命周期成本控制具有直接工程意义。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参考文献信息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Ye, Z.-S., Tang, L.-C., &amp; Chen, N. (2015).</a:t>
            </a:r>
          </a:p>
          <a:p>
            <a:pPr>
              <a:defRPr sz="2200"/>
            </a:pPr>
            <a:r>
              <a:t>A new class of Wiener process models for degradation analysis.</a:t>
            </a:r>
          </a:p>
          <a:p>
            <a:pPr>
              <a:defRPr sz="2200"/>
            </a:pPr>
            <a:r>
              <a:t>Reliability Engineering &amp; System Safety, 139, 58-67.</a:t>
            </a:r>
          </a:p>
          <a:p>
            <a:pPr>
              <a:defRPr sz="2200"/>
            </a:pPr>
            <a:r>
              <a:t>DOI: 10.1016/j.ress.2015.03.010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